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7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5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98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70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5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42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9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7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0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7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Adaptive AI Study Companion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13183"/>
          </a:xfrm>
        </p:spPr>
        <p:txBody>
          <a:bodyPr/>
          <a:lstStyle/>
          <a:p>
            <a:pPr algn="ctr"/>
            <a:r>
              <a:rPr dirty="0"/>
              <a:t>Personalized Learning with Persistent 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A12ED-A714-B253-1029-22E23C630390}"/>
              </a:ext>
            </a:extLst>
          </p:cNvPr>
          <p:cNvSpPr txBox="1"/>
          <p:nvPr/>
        </p:nvSpPr>
        <p:spPr>
          <a:xfrm>
            <a:off x="3061252" y="5100467"/>
            <a:ext cx="302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 Jamal Baptista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personalized study </a:t>
            </a:r>
            <a:r>
              <a:rPr lang="en-US" dirty="0"/>
              <a:t>buddy</a:t>
            </a:r>
            <a:endParaRPr dirty="0"/>
          </a:p>
          <a:p>
            <a:r>
              <a:rPr dirty="0"/>
              <a:t>Uses </a:t>
            </a:r>
            <a:r>
              <a:rPr lang="en-US" dirty="0"/>
              <a:t>Vector Store for RAG </a:t>
            </a:r>
            <a:r>
              <a:rPr dirty="0"/>
              <a:t>uploaded documents</a:t>
            </a:r>
            <a:r>
              <a:rPr lang="en-US" dirty="0"/>
              <a:t> </a:t>
            </a:r>
          </a:p>
          <a:p>
            <a:r>
              <a:rPr lang="en-US" dirty="0"/>
              <a:t>Tracks user progress across sessions (OpenAI Responses API &amp; JSON)</a:t>
            </a:r>
          </a:p>
          <a:p>
            <a:r>
              <a:rPr lang="en-US" dirty="0"/>
              <a:t>Function dynamically a</a:t>
            </a:r>
            <a:r>
              <a:rPr dirty="0"/>
              <a:t>dapts difficulty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Stores progress in JSON file</a:t>
            </a:r>
          </a:p>
          <a:p>
            <a:r>
              <a:rPr dirty="0"/>
              <a:t>Tracks accuracy, streaks, attempts</a:t>
            </a:r>
          </a:p>
          <a:p>
            <a:r>
              <a:rPr dirty="0"/>
              <a:t>Function: </a:t>
            </a:r>
            <a:r>
              <a:rPr dirty="0" err="1"/>
              <a:t>update_progress_and_adjust_difficulty</a:t>
            </a:r>
            <a:r>
              <a:rPr dirty="0"/>
              <a:t>()</a:t>
            </a:r>
          </a:p>
          <a:p>
            <a:r>
              <a:rPr dirty="0"/>
              <a:t>Enables adaptive learning across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E753F-E768-8E1E-B51C-93982510DCBB}"/>
              </a:ext>
            </a:extLst>
          </p:cNvPr>
          <p:cNvSpPr/>
          <p:nvPr/>
        </p:nvSpPr>
        <p:spPr>
          <a:xfrm>
            <a:off x="787177" y="2232991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761B2-581C-0CC8-9697-288E8554F1F9}"/>
              </a:ext>
            </a:extLst>
          </p:cNvPr>
          <p:cNvSpPr txBox="1"/>
          <p:nvPr/>
        </p:nvSpPr>
        <p:spPr>
          <a:xfrm>
            <a:off x="843831" y="249140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C677AD-83A0-E9C3-6DA0-ED201F99C3A1}"/>
              </a:ext>
            </a:extLst>
          </p:cNvPr>
          <p:cNvSpPr/>
          <p:nvPr/>
        </p:nvSpPr>
        <p:spPr>
          <a:xfrm>
            <a:off x="2869426" y="2232991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6C570-E54F-C76C-B2BF-8AD0E1A280A8}"/>
              </a:ext>
            </a:extLst>
          </p:cNvPr>
          <p:cNvSpPr txBox="1"/>
          <p:nvPr/>
        </p:nvSpPr>
        <p:spPr>
          <a:xfrm>
            <a:off x="2996647" y="2382078"/>
            <a:ext cx="1049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Upload Docs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E14F68-24DB-6982-C957-2768F25D9376}"/>
              </a:ext>
            </a:extLst>
          </p:cNvPr>
          <p:cNvSpPr/>
          <p:nvPr/>
        </p:nvSpPr>
        <p:spPr>
          <a:xfrm>
            <a:off x="4846319" y="2248692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F2779-42B6-99D3-659D-C47D65C2EF52}"/>
              </a:ext>
            </a:extLst>
          </p:cNvPr>
          <p:cNvSpPr txBox="1"/>
          <p:nvPr/>
        </p:nvSpPr>
        <p:spPr>
          <a:xfrm>
            <a:off x="5029199" y="2382078"/>
            <a:ext cx="946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Vector Store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8C713-2D84-704F-173C-E841F0A68BF7}"/>
              </a:ext>
            </a:extLst>
          </p:cNvPr>
          <p:cNvSpPr/>
          <p:nvPr/>
        </p:nvSpPr>
        <p:spPr>
          <a:xfrm>
            <a:off x="6935856" y="2254454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611571-14C1-BDBA-BA34-0C9427E405F1}"/>
              </a:ext>
            </a:extLst>
          </p:cNvPr>
          <p:cNvSpPr txBox="1"/>
          <p:nvPr/>
        </p:nvSpPr>
        <p:spPr>
          <a:xfrm>
            <a:off x="7118734" y="2491409"/>
            <a:ext cx="94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BD6549-1798-5CC4-A7ED-67CC91632A2C}"/>
              </a:ext>
            </a:extLst>
          </p:cNvPr>
          <p:cNvSpPr/>
          <p:nvPr/>
        </p:nvSpPr>
        <p:spPr>
          <a:xfrm>
            <a:off x="787176" y="4567822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5B244C-A544-99A0-161F-1E4FC5544990}"/>
              </a:ext>
            </a:extLst>
          </p:cNvPr>
          <p:cNvSpPr txBox="1"/>
          <p:nvPr/>
        </p:nvSpPr>
        <p:spPr>
          <a:xfrm>
            <a:off x="878616" y="4838625"/>
            <a:ext cx="120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Quiz/Chat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6979FD-E246-BDD1-72D8-9DB87A7AA4D3}"/>
              </a:ext>
            </a:extLst>
          </p:cNvPr>
          <p:cNvSpPr/>
          <p:nvPr/>
        </p:nvSpPr>
        <p:spPr>
          <a:xfrm>
            <a:off x="2862467" y="4567822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57153-649F-29FB-122F-D35B55894F8B}"/>
              </a:ext>
            </a:extLst>
          </p:cNvPr>
          <p:cNvSpPr txBox="1"/>
          <p:nvPr/>
        </p:nvSpPr>
        <p:spPr>
          <a:xfrm>
            <a:off x="2904709" y="4840356"/>
            <a:ext cx="122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A2EC9F-A9D3-2C92-6CCF-8901AEDF0FFE}"/>
              </a:ext>
            </a:extLst>
          </p:cNvPr>
          <p:cNvSpPr/>
          <p:nvPr/>
        </p:nvSpPr>
        <p:spPr>
          <a:xfrm>
            <a:off x="4846318" y="4567822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8F4D64-9273-F16D-0648-B029E3FB80FF}"/>
              </a:ext>
            </a:extLst>
          </p:cNvPr>
          <p:cNvSpPr txBox="1"/>
          <p:nvPr/>
        </p:nvSpPr>
        <p:spPr>
          <a:xfrm>
            <a:off x="4973538" y="4701856"/>
            <a:ext cx="105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JSON Memory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CDF54E-4761-1AE8-9CC8-FF9379AF3E20}"/>
              </a:ext>
            </a:extLst>
          </p:cNvPr>
          <p:cNvSpPr/>
          <p:nvPr/>
        </p:nvSpPr>
        <p:spPr>
          <a:xfrm>
            <a:off x="6935856" y="4567821"/>
            <a:ext cx="131196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33A83F-FFA4-1D32-FAF3-626EB88E4FF2}"/>
              </a:ext>
            </a:extLst>
          </p:cNvPr>
          <p:cNvSpPr txBox="1"/>
          <p:nvPr/>
        </p:nvSpPr>
        <p:spPr>
          <a:xfrm>
            <a:off x="7020340" y="4700126"/>
            <a:ext cx="112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Adaptive Function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FAD6B2-0368-DA0F-854C-5F8260B7A71F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2099142" y="2690191"/>
            <a:ext cx="77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E113D3-619F-B094-3F1C-885B4F33D708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6158284" y="2705892"/>
            <a:ext cx="777572" cy="5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F9300854-02BC-BB78-D51D-A2A34131ED9D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5400000">
            <a:off x="3818015" y="793998"/>
            <a:ext cx="1398968" cy="61486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71AFFD-4B74-F87C-FE07-FBA65A038C53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181391" y="2690191"/>
            <a:ext cx="664928" cy="15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A621F3E-D7C4-959C-43FE-35D4F1B0234D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2099141" y="5025022"/>
            <a:ext cx="763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AD4E5EB-0B64-FED5-B2D6-105A308ED965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4174432" y="5025022"/>
            <a:ext cx="671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28E5F5E-3845-1D88-4B78-B2407727B085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6158283" y="5025021"/>
            <a:ext cx="7775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FF7A41C2-DDFC-3D6A-A849-B4E1C97925CE}"/>
              </a:ext>
            </a:extLst>
          </p:cNvPr>
          <p:cNvCxnSpPr>
            <a:cxnSpLocks/>
            <a:stCxn id="29" idx="3"/>
            <a:endCxn id="21" idx="3"/>
          </p:cNvCxnSpPr>
          <p:nvPr/>
        </p:nvCxnSpPr>
        <p:spPr>
          <a:xfrm flipV="1">
            <a:off x="8247821" y="2711654"/>
            <a:ext cx="12700" cy="231336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3108</TotalTime>
  <Words>90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Adaptive AI Study Companion</vt:lpstr>
      <vt:lpstr>Project Overview</vt:lpstr>
      <vt:lpstr>Persistent Memory</vt:lpstr>
      <vt:lpstr>System Architecture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Jamal Baptista</cp:lastModifiedBy>
  <cp:revision>7</cp:revision>
  <dcterms:created xsi:type="dcterms:W3CDTF">2013-01-27T09:14:16Z</dcterms:created>
  <dcterms:modified xsi:type="dcterms:W3CDTF">2026-05-04T21:10:17Z</dcterms:modified>
  <cp:category/>
</cp:coreProperties>
</file>